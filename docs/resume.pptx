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AIGC内容创作 / AI科技自媒体团队成员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</a:defRPr>
            </a:pPr>
            <a:r>
              <a:t>AIGC内容创作 · AI科技自媒体 · 深圳 · 15-20K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000" y="216000"/>
            <a:ext cx="1007999" cy="1368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0000" y="720000"/>
            <a:ext cx="1007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</a:defRPr>
            </a:pPr>
            <a:r>
              <a:t>证件照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260000"/>
            <a:ext cx="54000" cy="251999"/>
          </a:xfrm>
          <a:prstGeom prst="rect">
            <a:avLst/>
          </a:prstGeom>
          <a:solidFill>
            <a:srgbClr val="5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278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个人概述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84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3年AIGC行业实践者，专注AI内容生产自动化与工作流产品化。主导搭建70+ComfyUI工作流库，实现模型使用量80K+；独立开发AI长篇小说写作系统与视频笔记机器人，具备从模型训练到Agent应用的全链路落地能力。寻求AI科技自媒体或AIGC内容创作岗位，用技术驱动内容规模化增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160000"/>
            <a:ext cx="54000" cy="251999"/>
          </a:xfrm>
          <a:prstGeom prst="rect">
            <a:avLst/>
          </a:prstGeom>
          <a:solidFill>
            <a:srgbClr val="5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2178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核心技能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484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</a:defRPr>
            </a:pPr>
            <a:r>
              <a:t>精通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2000" y="2502000"/>
            <a:ext cx="27072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8000" y="2505600"/>
            <a:ext cx="2635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Stable Diffusion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1200" y="2502000"/>
            <a:ext cx="21024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7200" y="2505600"/>
            <a:ext cx="20304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ComfyUI工作流搭建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2000" y="2753999"/>
            <a:ext cx="19512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8000" y="2757599"/>
            <a:ext cx="1879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LoRA模型训练与调优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200" y="2753999"/>
            <a:ext cx="21024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1200" y="2757599"/>
            <a:ext cx="20304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AI绘画/视频生成全流程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2000" y="3005998"/>
            <a:ext cx="14976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8000" y="3009598"/>
            <a:ext cx="14256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AIGC内容创作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419998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</a:defRPr>
            </a:pPr>
            <a:r>
              <a:t>熟练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2000" y="3689997"/>
            <a:ext cx="61848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68000" y="3693597"/>
            <a:ext cx="61128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AI Agent开发（Claude Code/Codex/Open Claw）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2000" y="3941996"/>
            <a:ext cx="21024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00" y="3945596"/>
            <a:ext cx="20304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多Agent协作系统设计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06400" y="3941996"/>
            <a:ext cx="34632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2400" y="3945596"/>
            <a:ext cx="3391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API集成（飞书/B站/DeepSeek）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32000" y="4193995"/>
            <a:ext cx="2858400" cy="1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8000" y="4197595"/>
            <a:ext cx="27864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Photoshop/剪映/后期处理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" y="4787995"/>
            <a:ext cx="54000" cy="251999"/>
          </a:xfrm>
          <a:prstGeom prst="rect">
            <a:avLst/>
          </a:prstGeom>
          <a:solidFill>
            <a:srgbClr val="5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000" y="4805995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工作经历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000" y="5111995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AI训练负责人  |  草图里（广州）科技有限公司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5291995"/>
            <a:ext cx="64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9A5A"/>
                </a:solidFill>
              </a:defRPr>
            </a:pPr>
            <a:r>
              <a:t>2023.12-2026.01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0" y="5471995"/>
            <a:ext cx="6372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管理AI训练组与研发组（10+人），建立招聘-培训-考核全流程管理体系，团队交付效率提升40%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主导搭建ComfyUI标准化工作流库，整理70+工作流文档并推动产品化，工作流复用率从15%提升至75%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建立研发工作评估审核机制，将模型交付质量评分从平均6.8分提升至8.5分（10分制）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持续跟踪Flux、Nano Banana等前沿AI工具，输出12+份技术评估报告，推动3项关键技术选型决策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实现从单张参考图到批量出图的完整自动化管线，将客户项目出图周期缩短60%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7559995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AI训练师  |  深圳安达曼科技有限公司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7739995"/>
            <a:ext cx="64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9A5A"/>
                </a:solidFill>
              </a:defRPr>
            </a:pPr>
            <a:r>
              <a:t>2026.03-2026.06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000" y="7919995"/>
            <a:ext cx="6372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负责AI模型训练及ComfyUI工作流搭建，快速复用草图里时期积累的标准化流程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探索实践AI Agent自动化工具链（Claude Code/Codex/Open Claw），探索AI编程与内容创作融合场景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岗位发展不符合未来趋势，离职后聚焦AI科技自媒体方向，将技术积累转化为内容影响力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44000"/>
            <a:ext cx="64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</a:defRPr>
            </a:pPr>
            <a:r>
              <a:t>（续）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AIGC技术应用与行业实践  |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12000"/>
            <a:ext cx="64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9A5A"/>
                </a:solidFill>
              </a:defRPr>
            </a:pPr>
            <a:r>
              <a:t>2022.12-2023.12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92000"/>
            <a:ext cx="6372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在B站持续输入AIGC前沿内容，累计发布50篇AI教程笔记，阅读量16万+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先后为2家企业搭建AIGC设计管线，将AI绘画工具引入实际业务流程，设计出图效率提升50%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独立完成从技术调研、方案设计到落地培训的全流程，为后续标准化工作流体系奠定核心基础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304000"/>
            <a:ext cx="54000" cy="251999"/>
          </a:xfrm>
          <a:prstGeom prst="rect">
            <a:avLst/>
          </a:prstGeom>
          <a:solidFill>
            <a:srgbClr val="5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2322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项目经验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628000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novel-factory：AI长篇小说自动写作与发布系统  —  独立开发者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808000"/>
            <a:ext cx="6372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设计AI作者/编辑/审校多Agent协作架构，实现从选题→写作→审校→发布的完整自动化链路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集成飞书文档API实现云端同步存储，支持定时发布调度，单次可生成10万字长篇小说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部署在Linux服务器（systemd守护进程），实现7×24小时无人值守运行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4103999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bilibili-to-feishu-note-bot：B站视频→飞书AI笔记机器人  —  独立开发者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4283999"/>
            <a:ext cx="6372000" cy="129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实现B站视频自动下载→音频提取→Whisper语音转录→DeepSeek结构化笔记生成的全流程自动化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自动生成带时间戳、关键观点、思维导图的结构化飞书文档，笔记生成准确率达90%+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支持定时监控UP主更新，自动触发笔记生成流程，累计处理视频500+个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579998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AI模型发布与社区影响力建设  —  创作者/模型训练师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5759998"/>
            <a:ext cx="63720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在Liblib及小红书运营个人AI账号，专注景观/汽车/电商/游戏四大垂直行业LoRA模型</a:t>
            </a:r>
          </a:p>
          <a:p>
            <a:pPr>
              <a:spcAft>
                <a:spcPts val="300"/>
              </a:spcAft>
              <a:defRPr sz="1000">
                <a:solidFill>
                  <a:srgbClr val="1A1A1A"/>
                </a:solidFill>
              </a:defRPr>
            </a:pPr>
            <a:r>
              <a:t>• 发布Lora模型、ComfyUI工作流、AI图片及视频作品50+个，模型总使用次数80K+，获赞1.7K+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6803998"/>
            <a:ext cx="54000" cy="251999"/>
          </a:xfrm>
          <a:prstGeom prst="rect">
            <a:avLst/>
          </a:prstGeom>
          <a:solidFill>
            <a:srgbClr val="5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000" y="6821998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教育背景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7127998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仲恺农业工程学院  |  本科  |  园林（设计）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7415998"/>
            <a:ext cx="54000" cy="251999"/>
          </a:xfrm>
          <a:prstGeom prst="rect">
            <a:avLst/>
          </a:prstGeom>
          <a:solidFill>
            <a:srgbClr val="5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000" y="7433998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作品集 &amp; 社区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7739998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540000" y="8099998"/>
            <a:ext cx="54000" cy="251999"/>
          </a:xfrm>
          <a:prstGeom prst="rect">
            <a:avLst/>
          </a:prstGeom>
          <a:solidFill>
            <a:srgbClr val="5A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8117998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</a:defRPr>
            </a:pPr>
            <a:r>
              <a:t>求职意向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8423998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</a:defRPr>
            </a:pPr>
            <a:r>
              <a:t>目标岗位: AIGC内容创作 / AI科技自媒体团队成员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</a:defRPr>
            </a:pPr>
            <a:r>
              <a:t>期望薪资: 15-20K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</a:defRPr>
            </a:pPr>
            <a:r>
              <a:t>工作类型: 全职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10260000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叁十三 · AIGC创作者  |  深圳  |  sanshisanAIGC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